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457200"/>
            <a:ext cx="2011680" cy="2011680"/>
          </a:xfrm>
          <a:prstGeom prst="ellipse">
            <a:avLst/>
          </a:prstGeom>
          <a:solidFill>
            <a:srgbClr val="00C9FF">
              <a:alpha val="15000"/>
            </a:srgbClr>
          </a:solidFill>
          <a:ln w="1905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822960"/>
            <a:ext cx="1097280" cy="1097280"/>
          </a:xfrm>
          <a:prstGeom prst="ellipse">
            <a:avLst/>
          </a:prstGeom>
          <a:solidFill>
            <a:srgbClr val="00C9FF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0" y="1051560"/>
            <a:ext cx="640080" cy="6400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DETECTION SYSTEM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AI-Powered Presence Detection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CUHackIt 2026  |  YOLOv8  ·  OpenCV  ·  Raspberry 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00C9FF">
              <a:alpha val="40000"/>
            </a:srgbClr>
          </a:solidFill>
          <a:ln w="12700">
            <a:solidFill>
              <a:srgbClr val="00C9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" cy="292608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22960"/>
            <a:ext cx="8046720" cy="621792"/>
          </a:xfrm>
          <a:prstGeom prst="rect">
            <a:avLst/>
          </a:prstGeom>
          <a:solidFill>
            <a:srgbClr val="1A2E42"/>
          </a:solidFill>
          <a:ln w="63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8595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Workplace Safety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1155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in hazardous zones go undetected — delayed alerts cost lives.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572768"/>
            <a:ext cx="8046720" cy="621792"/>
          </a:xfrm>
          <a:prstGeom prst="rect">
            <a:avLst/>
          </a:prstGeom>
          <a:solidFill>
            <a:srgbClr val="1A2E42"/>
          </a:solidFill>
          <a:ln w="63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6093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&amp; Building Security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8653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motion sensors can't distinguish humans from animals or objects.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22576"/>
            <a:ext cx="8046720" cy="621792"/>
          </a:xfrm>
          <a:prstGeom prst="rect">
            <a:avLst/>
          </a:prstGeom>
          <a:solidFill>
            <a:srgbClr val="1A2E42"/>
          </a:solidFill>
          <a:ln w="63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3591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🧓  Elderly &amp; Vulnerable Care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6151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and emergencies go unnoticed without real-time human presence monitoring.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072384"/>
            <a:ext cx="8046720" cy="621792"/>
          </a:xfrm>
          <a:prstGeom prst="rect">
            <a:avLst/>
          </a:prstGeom>
          <a:solidFill>
            <a:srgbClr val="1A2E42"/>
          </a:solidFill>
          <a:ln w="63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1089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Energy Waste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3649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Lights, HVAC, and systems run in empty rooms because occupancy is unknown.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real-time human detection system using YOLOv8 AI + OpenCV — deployable on low-cost hardware including Raspberry Pi.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2377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27432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👁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85292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nano model detects humans at ~30 FPS with &lt;50ms latency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743200" cy="2377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08760"/>
            <a:ext cx="27432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Support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85292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Auto-scans all available cameras — USB, built-in, or IP streams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743200" cy="2377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508760"/>
            <a:ext cx="27432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🔌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1792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Integration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85292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physical outputs (LEDs, alarms) via Raspberry Pi GPIO pins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confidence threshold  ·  80 detectable object classes  ·  Open Source (MIT)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BENEFITS?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1600200"/>
          </a:xfrm>
          <a:prstGeom prst="rect">
            <a:avLst/>
          </a:prstGeom>
          <a:solidFill>
            <a:srgbClr val="1A2E42"/>
          </a:solidFill>
          <a:ln w="63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&amp; Manufacturing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compliance, restricted zone monitoring, accident prevention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88920" cy="1600200"/>
          </a:xfrm>
          <a:prstGeom prst="rect">
            <a:avLst/>
          </a:prstGeom>
          <a:solidFill>
            <a:srgbClr val="1A2E42"/>
          </a:solidFill>
          <a:ln w="63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972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91840" y="1627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Care Homes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fall detection, emergency response, staff efficiency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88920" cy="1600200"/>
          </a:xfrm>
          <a:prstGeom prst="rect">
            <a:avLst/>
          </a:prstGeom>
          <a:solidFill>
            <a:srgbClr val="1A2E42"/>
          </a:solidFill>
          <a:ln w="63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972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0" y="1627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Buildings &amp; Facilities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savings through occupancy-aware HVAC &amp; lighting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88920" cy="1600200"/>
          </a:xfrm>
          <a:prstGeom prst="rect">
            <a:avLst/>
          </a:prstGeom>
          <a:solidFill>
            <a:srgbClr val="1A2E42"/>
          </a:solidFill>
          <a:ln w="63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926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65760" y="34564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Firms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AI camera upgrades replacing expensive sensor arrays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788920" cy="1600200"/>
          </a:xfrm>
          <a:prstGeom prst="rect">
            <a:avLst/>
          </a:prstGeom>
          <a:solidFill>
            <a:srgbClr val="1A2E42"/>
          </a:solidFill>
          <a:ln w="63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926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91840" y="34564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&amp; Educators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794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platform for CV and IoT prototyping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788920" cy="1600200"/>
          </a:xfrm>
          <a:prstGeom prst="rect">
            <a:avLst/>
          </a:prstGeom>
          <a:solidFill>
            <a:srgbClr val="1A2E42"/>
          </a:solidFill>
          <a:ln w="63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2926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17920" y="34564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&amp; DIY Makers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794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Raspberry Pi-based home automation and security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148840" y="2121408"/>
            <a:ext cx="274320" cy="54864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6584" y="2057400"/>
            <a:ext cx="73152" cy="18288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920240" cy="2377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051560"/>
            <a:ext cx="548640" cy="54864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70662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or IP camera captures live video frames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2121408"/>
            <a:ext cx="274320" cy="54864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35424" y="2057400"/>
            <a:ext cx="73152" cy="18288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1005840"/>
            <a:ext cx="1920240" cy="2377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051560"/>
            <a:ext cx="548640" cy="54864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23160" y="1691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51460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Inference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270662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scans each frame for 'person' class at &gt;50% confidence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2121408"/>
            <a:ext cx="274320" cy="54864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84264" y="2057400"/>
            <a:ext cx="73152" cy="18288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005840"/>
            <a:ext cx="1920240" cy="2377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57800" y="1051560"/>
            <a:ext cx="548640" cy="54864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1691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6344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Logic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270662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flags human presence, draws bounding boxes on screen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1005840"/>
            <a:ext cx="1920240" cy="2377440"/>
          </a:xfrm>
          <a:prstGeom prst="rect">
            <a:avLst/>
          </a:prstGeom>
          <a:solidFill>
            <a:srgbClr val="1A2E42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06640" y="1051560"/>
            <a:ext cx="548640" cy="54864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20840" y="1691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81228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Trigger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270662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pin fires — LED, alarm, or any connected actuator activates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6301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 Python 3.8+   ·   YOLOv8n (Ultralytics)   ·   OpenCV   ·   NumPy   ·   Raspberry Pi GPIO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00C9FF">
              <a:alpha val="10000"/>
            </a:srgbClr>
          </a:solidFill>
          <a:ln w="12700">
            <a:solidFill>
              <a:srgbClr val="00C9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0C9FF">
              <a:alpha val="10000"/>
            </a:srgbClr>
          </a:solidFill>
          <a:ln w="12700">
            <a:solidFill>
              <a:srgbClr val="00C9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SMARTER SPACES.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00C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SAFER PEOPLE.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286000" y="2468880"/>
            <a:ext cx="4572000" cy="36576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human detection. Plug in a camera. Protect what matters.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920240" cy="1188720"/>
          </a:xfrm>
          <a:prstGeom prst="rect">
            <a:avLst/>
          </a:prstGeom>
          <a:solidFill>
            <a:srgbClr val="1A2E42"/>
          </a:solidFill>
          <a:ln w="1016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291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 FPS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3246120"/>
            <a:ext cx="1920240" cy="1188720"/>
          </a:xfrm>
          <a:prstGeom prst="rect">
            <a:avLst/>
          </a:prstGeom>
          <a:solidFill>
            <a:srgbClr val="1A2E42"/>
          </a:solidFill>
          <a:ln w="1016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3291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&lt;50ms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Latency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246120"/>
            <a:ext cx="1920240" cy="1188720"/>
          </a:xfrm>
          <a:prstGeom prst="rect">
            <a:avLst/>
          </a:prstGeom>
          <a:solidFill>
            <a:srgbClr val="1A2E42"/>
          </a:solidFill>
          <a:ln w="1016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3291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Hardware Cost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3246120"/>
            <a:ext cx="1920240" cy="1188720"/>
          </a:xfrm>
          <a:prstGeom prst="rect">
            <a:avLst/>
          </a:prstGeom>
          <a:solidFill>
            <a:srgbClr val="1A2E42"/>
          </a:solidFill>
          <a:ln w="1016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3291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 Classes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github.com/Freezescape/CUHackIt  ·  MIT License  ·  Open Source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2026-02-28T22:05:19Z</dcterms:created>
  <dcterms:modified xsi:type="dcterms:W3CDTF">2026-02-28T22:05:19Z</dcterms:modified>
</cp:coreProperties>
</file>