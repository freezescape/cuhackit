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60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12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4251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566160" y="457200"/>
            <a:ext cx="2011680" cy="2011680"/>
          </a:xfrm>
          <a:prstGeom prst="ellipse">
            <a:avLst/>
          </a:prstGeom>
          <a:solidFill>
            <a:srgbClr val="00C9FF">
              <a:alpha val="15000"/>
            </a:srgbClr>
          </a:solidFill>
          <a:ln w="1905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023360" y="822960"/>
            <a:ext cx="1097280" cy="1097280"/>
          </a:xfrm>
          <a:prstGeom prst="ellipse">
            <a:avLst/>
          </a:prstGeom>
          <a:solidFill>
            <a:srgbClr val="00C9FF"/>
          </a:solidFill>
          <a:ln w="254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251960" y="1051560"/>
            <a:ext cx="640080" cy="64008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kern="0" spc="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HUMAN DETECTION SYSTEM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AI-Powered Presence Detection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00400" y="3749040"/>
            <a:ext cx="2743200" cy="36576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CUHackIt 2026  |  YOLOv8  ·  OpenCV  ·  Raspberry Pi OpenCV  ·  </a:t>
            </a:r>
            <a:r>
              <a:rPr lang="en-US" sz="12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BackBoard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46320"/>
            <a:ext cx="9144000" cy="73152"/>
          </a:xfrm>
          <a:prstGeom prst="rect">
            <a:avLst/>
          </a:prstGeom>
          <a:solidFill>
            <a:srgbClr val="00C9FF">
              <a:alpha val="40000"/>
            </a:srgbClr>
          </a:solidFill>
          <a:ln w="12700">
            <a:solidFill>
              <a:srgbClr val="00C9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54864" cy="2926080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822960"/>
            <a:ext cx="8046720" cy="621792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8595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 Workplace Safety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1155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in hazardous zones go undetected. Delayed alerts cost lives.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572768"/>
            <a:ext cx="8046720" cy="621792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6093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Home &amp; Building Security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186537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motion sensors can't distinguish humans from animals or objects.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322576"/>
            <a:ext cx="8046720" cy="621792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35915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🧓  Elderly &amp; Vulnerable Care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261518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and emergencies go unnoticed without real-time human presence monitoring.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072384"/>
            <a:ext cx="8046720" cy="621792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Energy Waste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3649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safety systems may run in empty rooms because occupancy is unknown.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 BENEFITS?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88920" cy="1600200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09728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🏭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62763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&amp; Manufacturing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compliance, restricted zone monitoring, accident prevention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788920" cy="1600200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0" y="109728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🏥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91840" y="162763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&amp; Care Homes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fall detection, emergency response, staff efficiency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2788920" cy="1600200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126480" y="109728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🏢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217920" y="162763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Buildings &amp; Facilities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savings through occupancy-aware HVAC &amp; lighting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834640"/>
            <a:ext cx="2788920" cy="1600200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292608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65760" y="345643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Firms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794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AI camera upgrades replacing expensive sensor arrays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2834640"/>
            <a:ext cx="2788920" cy="1600200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0" y="292608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🎓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291840" y="345643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 &amp; Educators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1840" y="3794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platform for CV and IoT prototyping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2834640"/>
            <a:ext cx="2788920" cy="1600200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126480" y="292608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🏠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217920" y="345643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Homeowners &amp; DIY Makers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3794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 Raspberry Pi-based home automation and security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kern="0" spc="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148840" y="2121408"/>
            <a:ext cx="274320" cy="54864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386584" y="2057400"/>
            <a:ext cx="73152" cy="182880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1920240" cy="2377440"/>
          </a:xfrm>
          <a:prstGeom prst="rect">
            <a:avLst/>
          </a:prstGeom>
          <a:solidFill>
            <a:srgbClr val="1A2E42"/>
          </a:solidFill>
          <a:ln w="1270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60120" y="1051560"/>
            <a:ext cx="548640" cy="548640"/>
          </a:xfrm>
          <a:prstGeom prst="ellipse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1051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1691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6576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Feed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706624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or IP camera captures live video frames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2121408"/>
            <a:ext cx="274320" cy="54864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35424" y="2057400"/>
            <a:ext cx="73152" cy="182880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423160" y="1005840"/>
            <a:ext cx="1920240" cy="2377440"/>
          </a:xfrm>
          <a:prstGeom prst="rect">
            <a:avLst/>
          </a:prstGeom>
          <a:solidFill>
            <a:srgbClr val="1A2E42"/>
          </a:solidFill>
          <a:ln w="1270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108960" y="1051560"/>
            <a:ext cx="548640" cy="548640"/>
          </a:xfrm>
          <a:prstGeom prst="ellipse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108960" y="1051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423160" y="1691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51460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Detection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14600" y="2706624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 scans each frame for 'person' class at &gt;50% confidence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46520" y="2121408"/>
            <a:ext cx="274320" cy="54864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684264" y="2057400"/>
            <a:ext cx="73152" cy="182880"/>
          </a:xfrm>
          <a:prstGeom prst="rect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0" y="1005840"/>
            <a:ext cx="1920240" cy="2377440"/>
          </a:xfrm>
          <a:prstGeom prst="rect">
            <a:avLst/>
          </a:prstGeom>
          <a:solidFill>
            <a:srgbClr val="1A2E42"/>
          </a:solidFill>
          <a:ln w="1270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257800" y="1051560"/>
            <a:ext cx="548640" cy="548640"/>
          </a:xfrm>
          <a:prstGeom prst="ellipse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257800" y="1051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1691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✅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66344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Recording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63440" y="2706624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creates a JSON with all recognized objects and their locations during the incident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20840" y="1005840"/>
            <a:ext cx="1920240" cy="2377440"/>
          </a:xfrm>
          <a:prstGeom prst="rect">
            <a:avLst/>
          </a:prstGeom>
          <a:solidFill>
            <a:srgbClr val="1A2E42"/>
          </a:solidFill>
          <a:ln w="12700">
            <a:solidFill>
              <a:srgbClr val="00C9FF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06640" y="1051560"/>
            <a:ext cx="548640" cy="548640"/>
          </a:xfrm>
          <a:prstGeom prst="ellipse">
            <a:avLst/>
          </a:prstGeom>
          <a:solidFill>
            <a:srgbClr val="00C9FF"/>
          </a:solidFill>
          <a:ln w="1270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406640" y="1051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720840" y="1691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81228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Detailing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12280" y="2706624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BackBoard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analyzes the JSON and storyboards a human-intelligible outline of what happened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solidFill>
            <a:srgbClr val="1A2E42"/>
          </a:solidFill>
          <a:ln w="6350">
            <a:solidFill>
              <a:srgbClr val="00C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363016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Stack:   Python 3.8+   ·   YOLOv8n (Ultralytics)   ·   OpenCV   ·   NumPy   ·   Raspberry Pi GPIO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250</Words>
  <Application>Microsoft Office PowerPoint</Application>
  <PresentationFormat>On-screen Show (16:9)</PresentationFormat>
  <Paragraphs>53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Alex Newman</cp:lastModifiedBy>
  <cp:revision>2</cp:revision>
  <dcterms:created xsi:type="dcterms:W3CDTF">2026-02-28T22:05:19Z</dcterms:created>
  <dcterms:modified xsi:type="dcterms:W3CDTF">2026-03-01T02:28:33Z</dcterms:modified>
</cp:coreProperties>
</file>